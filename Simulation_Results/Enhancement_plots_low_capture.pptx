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4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20,alpha=0.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4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30,alpha=0.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4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5,L_G =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5,L_G =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l=340,alpha=0.5,L_G =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8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