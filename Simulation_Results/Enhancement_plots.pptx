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l=320,alpha=0.2,L_G =1.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l=320,alpha=0.2,L_G =2.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l=320,alpha=0.2,L_G =3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l=320,alpha=0.3,L_G =1.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l=320,alpha=0.3,L_G =2.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l=320,alpha=0.3,L_G =3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l=320,alpha=0.4,L_G =1.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l=320,alpha=0.4,L_G =2.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l=320,alpha=0.4,L_G =3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l=330,alpha=0.2,L_G =1.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l=330,alpha=0.2,L_G =2.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l=330,alpha=0.2,L_G =3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l=330,alpha=0.3,L_G =1.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l=330,alpha=0.3,L_G =2.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l=330,alpha=0.3,L_G =3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l=330,alpha=0.4,L_G =1.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l=330,alpha=0.4,L_G =2.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l=330,alpha=0.4,L_G =3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l=340,alpha=0.2,L_G =1.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l=340,alpha=0.2,L_G =2.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l=340,alpha=0.2,L_G =3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l=340,alpha=0.3,L_G =1.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l=340,alpha=0.3,L_G =2.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l=340,alpha=0.3,L_G =3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l=340,alpha=0.4,L_G =1.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l=340,alpha=0.4,L_G =2.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l=340,alpha=0.4,L_G =3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